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5.jpg" ContentType="image/pn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2C9B31-B333-474B-85D5-E5A7F0362DAC}">
          <p14:sldIdLst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10D63-F209-48BF-AB6A-284953DA05B3}" v="34" dt="2023-10-30T15:02:47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KEN BOY" userId="deed42c0b12af2d9" providerId="LiveId" clId="{26710D63-F209-48BF-AB6A-284953DA05B3}"/>
    <pc:docChg chg="undo custSel addSld delSld modSld sldOrd modSection">
      <pc:chgData name="BROKEN BOY" userId="deed42c0b12af2d9" providerId="LiveId" clId="{26710D63-F209-48BF-AB6A-284953DA05B3}" dt="2023-11-05T13:14:38.827" v="5346" actId="14100"/>
      <pc:docMkLst>
        <pc:docMk/>
      </pc:docMkLst>
      <pc:sldChg chg="modSp mod">
        <pc:chgData name="BROKEN BOY" userId="deed42c0b12af2d9" providerId="LiveId" clId="{26710D63-F209-48BF-AB6A-284953DA05B3}" dt="2023-10-30T15:00:50.880" v="5280" actId="115"/>
        <pc:sldMkLst>
          <pc:docMk/>
          <pc:sldMk cId="557712496" sldId="257"/>
        </pc:sldMkLst>
        <pc:spChg chg="mod">
          <ac:chgData name="BROKEN BOY" userId="deed42c0b12af2d9" providerId="LiveId" clId="{26710D63-F209-48BF-AB6A-284953DA05B3}" dt="2023-10-30T15:00:50.880" v="5280" actId="115"/>
          <ac:spMkLst>
            <pc:docMk/>
            <pc:sldMk cId="557712496" sldId="257"/>
            <ac:spMk id="2" creationId="{754ECEAC-D372-6695-4045-94D773EE96B6}"/>
          </ac:spMkLst>
        </pc:spChg>
      </pc:sldChg>
      <pc:sldChg chg="addSp modSp mod">
        <pc:chgData name="BROKEN BOY" userId="deed42c0b12af2d9" providerId="LiveId" clId="{26710D63-F209-48BF-AB6A-284953DA05B3}" dt="2023-10-30T15:02:58.915" v="5290" actId="14100"/>
        <pc:sldMkLst>
          <pc:docMk/>
          <pc:sldMk cId="1720729725" sldId="259"/>
        </pc:sldMkLst>
        <pc:spChg chg="mod">
          <ac:chgData name="BROKEN BOY" userId="deed42c0b12af2d9" providerId="LiveId" clId="{26710D63-F209-48BF-AB6A-284953DA05B3}" dt="2023-10-30T15:01:16.560" v="5281" actId="115"/>
          <ac:spMkLst>
            <pc:docMk/>
            <pc:sldMk cId="1720729725" sldId="259"/>
            <ac:spMk id="2" creationId="{9B86E67A-0DD8-16F7-66CE-5EBEF9AE87D5}"/>
          </ac:spMkLst>
        </pc:spChg>
        <pc:spChg chg="mod">
          <ac:chgData name="BROKEN BOY" userId="deed42c0b12af2d9" providerId="LiveId" clId="{26710D63-F209-48BF-AB6A-284953DA05B3}" dt="2023-10-30T15:02:21.412" v="5283" actId="1076"/>
          <ac:spMkLst>
            <pc:docMk/>
            <pc:sldMk cId="1720729725" sldId="259"/>
            <ac:spMk id="3" creationId="{891683F1-FE26-8AAA-A0F2-3953DE357302}"/>
          </ac:spMkLst>
        </pc:spChg>
        <pc:spChg chg="mod">
          <ac:chgData name="BROKEN BOY" userId="deed42c0b12af2d9" providerId="LiveId" clId="{26710D63-F209-48BF-AB6A-284953DA05B3}" dt="2023-10-30T15:02:35.579" v="5285" actId="1076"/>
          <ac:spMkLst>
            <pc:docMk/>
            <pc:sldMk cId="1720729725" sldId="259"/>
            <ac:spMk id="4" creationId="{DB76618E-A2AA-3562-0CEF-FD98B06FBED9}"/>
          </ac:spMkLst>
        </pc:spChg>
        <pc:picChg chg="add mod">
          <ac:chgData name="BROKEN BOY" userId="deed42c0b12af2d9" providerId="LiveId" clId="{26710D63-F209-48BF-AB6A-284953DA05B3}" dt="2023-10-30T15:02:58.915" v="5290" actId="14100"/>
          <ac:picMkLst>
            <pc:docMk/>
            <pc:sldMk cId="1720729725" sldId="259"/>
            <ac:picMk id="5" creationId="{8E6BAD23-3C39-AE44-49E6-8B3E69BD3822}"/>
          </ac:picMkLst>
        </pc:picChg>
      </pc:sldChg>
      <pc:sldChg chg="addSp delSp modSp mod">
        <pc:chgData name="BROKEN BOY" userId="deed42c0b12af2d9" providerId="LiveId" clId="{26710D63-F209-48BF-AB6A-284953DA05B3}" dt="2023-10-30T15:10:12.426" v="5299" actId="115"/>
        <pc:sldMkLst>
          <pc:docMk/>
          <pc:sldMk cId="4286324354" sldId="260"/>
        </pc:sldMkLst>
        <pc:spChg chg="mod">
          <ac:chgData name="BROKEN BOY" userId="deed42c0b12af2d9" providerId="LiveId" clId="{26710D63-F209-48BF-AB6A-284953DA05B3}" dt="2023-10-30T15:10:12.426" v="5299" actId="115"/>
          <ac:spMkLst>
            <pc:docMk/>
            <pc:sldMk cId="4286324354" sldId="260"/>
            <ac:spMk id="2" creationId="{DB66C18B-B4CD-607D-94B4-3961856FF61E}"/>
          </ac:spMkLst>
        </pc:spChg>
        <pc:spChg chg="mod">
          <ac:chgData name="BROKEN BOY" userId="deed42c0b12af2d9" providerId="LiveId" clId="{26710D63-F209-48BF-AB6A-284953DA05B3}" dt="2023-10-30T15:09:26.494" v="5297" actId="255"/>
          <ac:spMkLst>
            <pc:docMk/>
            <pc:sldMk cId="4286324354" sldId="260"/>
            <ac:spMk id="3" creationId="{5B5A5449-7CFF-32E3-FA5E-E993E2720C2D}"/>
          </ac:spMkLst>
        </pc:spChg>
        <pc:picChg chg="add del mod">
          <ac:chgData name="BROKEN BOY" userId="deed42c0b12af2d9" providerId="LiveId" clId="{26710D63-F209-48BF-AB6A-284953DA05B3}" dt="2023-10-30T15:00:05.159" v="5271" actId="21"/>
          <ac:picMkLst>
            <pc:docMk/>
            <pc:sldMk cId="4286324354" sldId="260"/>
            <ac:picMk id="5" creationId="{FB7FE9A1-722F-8095-3E5B-90B845F09B34}"/>
          </ac:picMkLst>
        </pc:picChg>
        <pc:picChg chg="add mod">
          <ac:chgData name="BROKEN BOY" userId="deed42c0b12af2d9" providerId="LiveId" clId="{26710D63-F209-48BF-AB6A-284953DA05B3}" dt="2023-10-30T15:00:35.614" v="5279" actId="14100"/>
          <ac:picMkLst>
            <pc:docMk/>
            <pc:sldMk cId="4286324354" sldId="260"/>
            <ac:picMk id="7" creationId="{BBA48A40-6AE9-0B0C-E6F6-7D0D61CA0E71}"/>
          </ac:picMkLst>
        </pc:picChg>
      </pc:sldChg>
      <pc:sldChg chg="addSp delSp modSp new del mod">
        <pc:chgData name="BROKEN BOY" userId="deed42c0b12af2d9" providerId="LiveId" clId="{26710D63-F209-48BF-AB6A-284953DA05B3}" dt="2023-10-19T13:23:43.584" v="1579" actId="2696"/>
        <pc:sldMkLst>
          <pc:docMk/>
          <pc:sldMk cId="3689328948" sldId="261"/>
        </pc:sldMkLst>
        <pc:spChg chg="mod">
          <ac:chgData name="BROKEN BOY" userId="deed42c0b12af2d9" providerId="LiveId" clId="{26710D63-F209-48BF-AB6A-284953DA05B3}" dt="2023-10-18T19:16:23.320" v="1326" actId="20577"/>
          <ac:spMkLst>
            <pc:docMk/>
            <pc:sldMk cId="3689328948" sldId="261"/>
            <ac:spMk id="2" creationId="{D17CDE8C-05D8-C805-ED97-066330AE5EBE}"/>
          </ac:spMkLst>
        </pc:spChg>
        <pc:spChg chg="mod">
          <ac:chgData name="BROKEN BOY" userId="deed42c0b12af2d9" providerId="LiveId" clId="{26710D63-F209-48BF-AB6A-284953DA05B3}" dt="2023-10-18T19:25:08.262" v="1578" actId="20577"/>
          <ac:spMkLst>
            <pc:docMk/>
            <pc:sldMk cId="3689328948" sldId="261"/>
            <ac:spMk id="3" creationId="{29FF99C3-FD5D-A8A7-AE01-7128454D0D3A}"/>
          </ac:spMkLst>
        </pc:spChg>
        <pc:picChg chg="add del mod">
          <ac:chgData name="BROKEN BOY" userId="deed42c0b12af2d9" providerId="LiveId" clId="{26710D63-F209-48BF-AB6A-284953DA05B3}" dt="2023-10-18T19:08:19.926" v="1134" actId="21"/>
          <ac:picMkLst>
            <pc:docMk/>
            <pc:sldMk cId="3689328948" sldId="261"/>
            <ac:picMk id="4" creationId="{BF6A5FF0-EF5E-D8DF-824A-7CBAF4379662}"/>
          </ac:picMkLst>
        </pc:picChg>
      </pc:sldChg>
      <pc:sldChg chg="modSp new del mod">
        <pc:chgData name="BROKEN BOY" userId="deed42c0b12af2d9" providerId="LiveId" clId="{26710D63-F209-48BF-AB6A-284953DA05B3}" dt="2023-10-18T18:45:53.737" v="666" actId="2696"/>
        <pc:sldMkLst>
          <pc:docMk/>
          <pc:sldMk cId="3900862453" sldId="261"/>
        </pc:sldMkLst>
        <pc:spChg chg="mod">
          <ac:chgData name="BROKEN BOY" userId="deed42c0b12af2d9" providerId="LiveId" clId="{26710D63-F209-48BF-AB6A-284953DA05B3}" dt="2023-10-18T18:45:39.610" v="665" actId="5793"/>
          <ac:spMkLst>
            <pc:docMk/>
            <pc:sldMk cId="3900862453" sldId="261"/>
            <ac:spMk id="2" creationId="{7654BEDD-C585-8E5B-B3A4-07F634264837}"/>
          </ac:spMkLst>
        </pc:spChg>
      </pc:sldChg>
      <pc:sldChg chg="addSp delSp modSp new mod">
        <pc:chgData name="BROKEN BOY" userId="deed42c0b12af2d9" providerId="LiveId" clId="{26710D63-F209-48BF-AB6A-284953DA05B3}" dt="2023-11-05T13:14:38.827" v="5346" actId="14100"/>
        <pc:sldMkLst>
          <pc:docMk/>
          <pc:sldMk cId="3989230996" sldId="261"/>
        </pc:sldMkLst>
        <pc:spChg chg="mod">
          <ac:chgData name="BROKEN BOY" userId="deed42c0b12af2d9" providerId="LiveId" clId="{26710D63-F209-48BF-AB6A-284953DA05B3}" dt="2023-10-30T15:10:27.152" v="5300" actId="115"/>
          <ac:spMkLst>
            <pc:docMk/>
            <pc:sldMk cId="3989230996" sldId="261"/>
            <ac:spMk id="2" creationId="{B76C10DF-68B3-6AB6-4589-47CF341A26F7}"/>
          </ac:spMkLst>
        </pc:spChg>
        <pc:spChg chg="mod">
          <ac:chgData name="BROKEN BOY" userId="deed42c0b12af2d9" providerId="LiveId" clId="{26710D63-F209-48BF-AB6A-284953DA05B3}" dt="2023-10-19T14:12:23.416" v="2855" actId="1076"/>
          <ac:spMkLst>
            <pc:docMk/>
            <pc:sldMk cId="3989230996" sldId="261"/>
            <ac:spMk id="3" creationId="{FFCE5F97-9ACF-BE6D-22D5-AF1AC80C34F2}"/>
          </ac:spMkLst>
        </pc:spChg>
        <pc:picChg chg="add mod">
          <ac:chgData name="BROKEN BOY" userId="deed42c0b12af2d9" providerId="LiveId" clId="{26710D63-F209-48BF-AB6A-284953DA05B3}" dt="2023-11-05T13:14:38.827" v="5346" actId="14100"/>
          <ac:picMkLst>
            <pc:docMk/>
            <pc:sldMk cId="3989230996" sldId="261"/>
            <ac:picMk id="5" creationId="{FDD149A3-0174-58E4-883D-38562268DA1A}"/>
          </ac:picMkLst>
        </pc:picChg>
        <pc:picChg chg="add del mod">
          <ac:chgData name="BROKEN BOY" userId="deed42c0b12af2d9" providerId="LiveId" clId="{26710D63-F209-48BF-AB6A-284953DA05B3}" dt="2023-10-19T14:14:47.359" v="2869" actId="21"/>
          <ac:picMkLst>
            <pc:docMk/>
            <pc:sldMk cId="3989230996" sldId="261"/>
            <ac:picMk id="7" creationId="{748571A9-F0B4-178F-F800-B05324E4F1ED}"/>
          </ac:picMkLst>
        </pc:picChg>
      </pc:sldChg>
      <pc:sldChg chg="new del">
        <pc:chgData name="BROKEN BOY" userId="deed42c0b12af2d9" providerId="LiveId" clId="{26710D63-F209-48BF-AB6A-284953DA05B3}" dt="2023-10-19T14:30:41.692" v="2936" actId="2696"/>
        <pc:sldMkLst>
          <pc:docMk/>
          <pc:sldMk cId="797566659" sldId="262"/>
        </pc:sldMkLst>
      </pc:sldChg>
      <pc:sldChg chg="addSp modSp new mod">
        <pc:chgData name="BROKEN BOY" userId="deed42c0b12af2d9" providerId="LiveId" clId="{26710D63-F209-48BF-AB6A-284953DA05B3}" dt="2023-10-30T15:30:41.942" v="5333" actId="20577"/>
        <pc:sldMkLst>
          <pc:docMk/>
          <pc:sldMk cId="1626959778" sldId="262"/>
        </pc:sldMkLst>
        <pc:spChg chg="mod">
          <ac:chgData name="BROKEN BOY" userId="deed42c0b12af2d9" providerId="LiveId" clId="{26710D63-F209-48BF-AB6A-284953DA05B3}" dt="2023-10-30T15:11:21.468" v="5304" actId="115"/>
          <ac:spMkLst>
            <pc:docMk/>
            <pc:sldMk cId="1626959778" sldId="262"/>
            <ac:spMk id="2" creationId="{F5AFCC1C-524C-0E24-9DC8-5BF7AE29D402}"/>
          </ac:spMkLst>
        </pc:spChg>
        <pc:spChg chg="mod">
          <ac:chgData name="BROKEN BOY" userId="deed42c0b12af2d9" providerId="LiveId" clId="{26710D63-F209-48BF-AB6A-284953DA05B3}" dt="2023-10-30T15:30:41.942" v="5333" actId="20577"/>
          <ac:spMkLst>
            <pc:docMk/>
            <pc:sldMk cId="1626959778" sldId="262"/>
            <ac:spMk id="3" creationId="{4021ED3F-CD31-B339-F843-9D0C566662A0}"/>
          </ac:spMkLst>
        </pc:spChg>
        <pc:picChg chg="add mod">
          <ac:chgData name="BROKEN BOY" userId="deed42c0b12af2d9" providerId="LiveId" clId="{26710D63-F209-48BF-AB6A-284953DA05B3}" dt="2023-10-19T14:55:14.738" v="4005" actId="1076"/>
          <ac:picMkLst>
            <pc:docMk/>
            <pc:sldMk cId="1626959778" sldId="262"/>
            <ac:picMk id="5" creationId="{CD4B08CE-055E-34C7-1F67-1B4C17056315}"/>
          </ac:picMkLst>
        </pc:picChg>
        <pc:picChg chg="add mod">
          <ac:chgData name="BROKEN BOY" userId="deed42c0b12af2d9" providerId="LiveId" clId="{26710D63-F209-48BF-AB6A-284953DA05B3}" dt="2023-10-19T14:55:11.291" v="4004" actId="1076"/>
          <ac:picMkLst>
            <pc:docMk/>
            <pc:sldMk cId="1626959778" sldId="262"/>
            <ac:picMk id="7" creationId="{26FD272E-F9A2-3518-DEAF-BD6DA2B1B3E2}"/>
          </ac:picMkLst>
        </pc:picChg>
      </pc:sldChg>
      <pc:sldChg chg="modSp new del mod">
        <pc:chgData name="BROKEN BOY" userId="deed42c0b12af2d9" providerId="LiveId" clId="{26710D63-F209-48BF-AB6A-284953DA05B3}" dt="2023-10-19T14:30:19.282" v="2934" actId="2696"/>
        <pc:sldMkLst>
          <pc:docMk/>
          <pc:sldMk cId="3159147495" sldId="262"/>
        </pc:sldMkLst>
        <pc:spChg chg="mod">
          <ac:chgData name="BROKEN BOY" userId="deed42c0b12af2d9" providerId="LiveId" clId="{26710D63-F209-48BF-AB6A-284953DA05B3}" dt="2023-10-19T14:17:27.036" v="2904" actId="1076"/>
          <ac:spMkLst>
            <pc:docMk/>
            <pc:sldMk cId="3159147495" sldId="262"/>
            <ac:spMk id="2" creationId="{3B8A5E9C-D57A-F897-BEA1-DB129F3614CE}"/>
          </ac:spMkLst>
        </pc:spChg>
        <pc:spChg chg="mod">
          <ac:chgData name="BROKEN BOY" userId="deed42c0b12af2d9" providerId="LiveId" clId="{26710D63-F209-48BF-AB6A-284953DA05B3}" dt="2023-10-19T14:30:14.313" v="2933" actId="20577"/>
          <ac:spMkLst>
            <pc:docMk/>
            <pc:sldMk cId="3159147495" sldId="262"/>
            <ac:spMk id="3" creationId="{4E1149B1-53AB-7EF5-51FE-99B27A4E9E74}"/>
          </ac:spMkLst>
        </pc:spChg>
      </pc:sldChg>
      <pc:sldChg chg="addSp modSp new mod">
        <pc:chgData name="BROKEN BOY" userId="deed42c0b12af2d9" providerId="LiveId" clId="{26710D63-F209-48BF-AB6A-284953DA05B3}" dt="2023-11-05T13:01:14.311" v="5345" actId="20577"/>
        <pc:sldMkLst>
          <pc:docMk/>
          <pc:sldMk cId="3512387690" sldId="263"/>
        </pc:sldMkLst>
        <pc:spChg chg="mod">
          <ac:chgData name="BROKEN BOY" userId="deed42c0b12af2d9" providerId="LiveId" clId="{26710D63-F209-48BF-AB6A-284953DA05B3}" dt="2023-10-30T15:11:55.117" v="5306" actId="115"/>
          <ac:spMkLst>
            <pc:docMk/>
            <pc:sldMk cId="3512387690" sldId="263"/>
            <ac:spMk id="2" creationId="{E7CFECDB-059F-E3D9-66D1-679C7ABA16FC}"/>
          </ac:spMkLst>
        </pc:spChg>
        <pc:spChg chg="mod">
          <ac:chgData name="BROKEN BOY" userId="deed42c0b12af2d9" providerId="LiveId" clId="{26710D63-F209-48BF-AB6A-284953DA05B3}" dt="2023-11-05T13:01:14.311" v="5345" actId="20577"/>
          <ac:spMkLst>
            <pc:docMk/>
            <pc:sldMk cId="3512387690" sldId="263"/>
            <ac:spMk id="3" creationId="{B1378B53-9C15-1356-2C2F-55F821B498B7}"/>
          </ac:spMkLst>
        </pc:spChg>
        <pc:picChg chg="add mod">
          <ac:chgData name="BROKEN BOY" userId="deed42c0b12af2d9" providerId="LiveId" clId="{26710D63-F209-48BF-AB6A-284953DA05B3}" dt="2023-10-19T15:22:25.621" v="4094" actId="1076"/>
          <ac:picMkLst>
            <pc:docMk/>
            <pc:sldMk cId="3512387690" sldId="263"/>
            <ac:picMk id="5" creationId="{87E31DEA-A326-DB55-7B7E-C49D56B7D01A}"/>
          </ac:picMkLst>
        </pc:picChg>
        <pc:picChg chg="add mod">
          <ac:chgData name="BROKEN BOY" userId="deed42c0b12af2d9" providerId="LiveId" clId="{26710D63-F209-48BF-AB6A-284953DA05B3}" dt="2023-10-19T15:22:46.001" v="4101" actId="1440"/>
          <ac:picMkLst>
            <pc:docMk/>
            <pc:sldMk cId="3512387690" sldId="263"/>
            <ac:picMk id="7" creationId="{74CF6F28-C54C-C74B-BB45-D887DB980E15}"/>
          </ac:picMkLst>
        </pc:picChg>
      </pc:sldChg>
      <pc:sldChg chg="addSp modSp new mod">
        <pc:chgData name="BROKEN BOY" userId="deed42c0b12af2d9" providerId="LiveId" clId="{26710D63-F209-48BF-AB6A-284953DA05B3}" dt="2023-10-30T15:13:25.111" v="5310" actId="1076"/>
        <pc:sldMkLst>
          <pc:docMk/>
          <pc:sldMk cId="1952734548" sldId="264"/>
        </pc:sldMkLst>
        <pc:spChg chg="mod">
          <ac:chgData name="BROKEN BOY" userId="deed42c0b12af2d9" providerId="LiveId" clId="{26710D63-F209-48BF-AB6A-284953DA05B3}" dt="2023-10-30T15:13:25.111" v="5310" actId="1076"/>
          <ac:spMkLst>
            <pc:docMk/>
            <pc:sldMk cId="1952734548" sldId="264"/>
            <ac:spMk id="2" creationId="{48770DA5-16D8-B51E-566B-8CDC6AA7A3FC}"/>
          </ac:spMkLst>
        </pc:spChg>
        <pc:spChg chg="mod">
          <ac:chgData name="BROKEN BOY" userId="deed42c0b12af2d9" providerId="LiveId" clId="{26710D63-F209-48BF-AB6A-284953DA05B3}" dt="2023-10-30T14:51:09.948" v="5252" actId="27636"/>
          <ac:spMkLst>
            <pc:docMk/>
            <pc:sldMk cId="1952734548" sldId="264"/>
            <ac:spMk id="3" creationId="{4AEF5973-EA45-3620-C65B-52D5B91002F7}"/>
          </ac:spMkLst>
        </pc:spChg>
        <pc:picChg chg="add mod">
          <ac:chgData name="BROKEN BOY" userId="deed42c0b12af2d9" providerId="LiveId" clId="{26710D63-F209-48BF-AB6A-284953DA05B3}" dt="2023-10-19T17:23:39.109" v="4348" actId="1440"/>
          <ac:picMkLst>
            <pc:docMk/>
            <pc:sldMk cId="1952734548" sldId="264"/>
            <ac:picMk id="5" creationId="{AFCEF11B-35F8-D0DC-8369-BB2B4351C58B}"/>
          </ac:picMkLst>
        </pc:picChg>
        <pc:picChg chg="add mod">
          <ac:chgData name="BROKEN BOY" userId="deed42c0b12af2d9" providerId="LiveId" clId="{26710D63-F209-48BF-AB6A-284953DA05B3}" dt="2023-10-19T17:24:28.700" v="4356" actId="1440"/>
          <ac:picMkLst>
            <pc:docMk/>
            <pc:sldMk cId="1952734548" sldId="264"/>
            <ac:picMk id="7" creationId="{224591BD-44D3-7299-57B6-1AAF479B3B0C}"/>
          </ac:picMkLst>
        </pc:picChg>
        <pc:picChg chg="add mod">
          <ac:chgData name="BROKEN BOY" userId="deed42c0b12af2d9" providerId="LiveId" clId="{26710D63-F209-48BF-AB6A-284953DA05B3}" dt="2023-10-19T17:25:16.074" v="4362" actId="1440"/>
          <ac:picMkLst>
            <pc:docMk/>
            <pc:sldMk cId="1952734548" sldId="264"/>
            <ac:picMk id="9" creationId="{5D374C74-94B8-E04C-6AFE-4ADF0D70F756}"/>
          </ac:picMkLst>
        </pc:picChg>
      </pc:sldChg>
      <pc:sldChg chg="addSp modSp new mod">
        <pc:chgData name="BROKEN BOY" userId="deed42c0b12af2d9" providerId="LiveId" clId="{26710D63-F209-48BF-AB6A-284953DA05B3}" dt="2023-11-01T09:42:28.112" v="5342" actId="20577"/>
        <pc:sldMkLst>
          <pc:docMk/>
          <pc:sldMk cId="3257334734" sldId="265"/>
        </pc:sldMkLst>
        <pc:spChg chg="mod">
          <ac:chgData name="BROKEN BOY" userId="deed42c0b12af2d9" providerId="LiveId" clId="{26710D63-F209-48BF-AB6A-284953DA05B3}" dt="2023-10-30T15:15:52.380" v="5318" actId="115"/>
          <ac:spMkLst>
            <pc:docMk/>
            <pc:sldMk cId="3257334734" sldId="265"/>
            <ac:spMk id="2" creationId="{FBB2135F-592D-0400-8E04-94E97C0B5BE9}"/>
          </ac:spMkLst>
        </pc:spChg>
        <pc:spChg chg="mod">
          <ac:chgData name="BROKEN BOY" userId="deed42c0b12af2d9" providerId="LiveId" clId="{26710D63-F209-48BF-AB6A-284953DA05B3}" dt="2023-11-01T09:42:28.112" v="5342" actId="20577"/>
          <ac:spMkLst>
            <pc:docMk/>
            <pc:sldMk cId="3257334734" sldId="265"/>
            <ac:spMk id="3" creationId="{3F4A04C0-67F5-FAF3-91D7-74CAE8503702}"/>
          </ac:spMkLst>
        </pc:spChg>
        <pc:picChg chg="add mod">
          <ac:chgData name="BROKEN BOY" userId="deed42c0b12af2d9" providerId="LiveId" clId="{26710D63-F209-48BF-AB6A-284953DA05B3}" dt="2023-10-30T15:13:38.561" v="5311" actId="1076"/>
          <ac:picMkLst>
            <pc:docMk/>
            <pc:sldMk cId="3257334734" sldId="265"/>
            <ac:picMk id="5" creationId="{75CE0C8A-9ACA-20B9-0C78-942E8BE142E6}"/>
          </ac:picMkLst>
        </pc:picChg>
        <pc:picChg chg="add mod">
          <ac:chgData name="BROKEN BOY" userId="deed42c0b12af2d9" providerId="LiveId" clId="{26710D63-F209-48BF-AB6A-284953DA05B3}" dt="2023-10-19T17:43:52.290" v="4537" actId="1440"/>
          <ac:picMkLst>
            <pc:docMk/>
            <pc:sldMk cId="3257334734" sldId="265"/>
            <ac:picMk id="7" creationId="{9D6AB290-3009-ED27-2A6E-EB63C047C989}"/>
          </ac:picMkLst>
        </pc:picChg>
        <pc:picChg chg="add mod">
          <ac:chgData name="BROKEN BOY" userId="deed42c0b12af2d9" providerId="LiveId" clId="{26710D63-F209-48BF-AB6A-284953DA05B3}" dt="2023-10-19T17:43:56.213" v="4538" actId="1440"/>
          <ac:picMkLst>
            <pc:docMk/>
            <pc:sldMk cId="3257334734" sldId="265"/>
            <ac:picMk id="9" creationId="{1E6369FA-F0A8-79E5-BA86-8B8AD5DE1797}"/>
          </ac:picMkLst>
        </pc:picChg>
      </pc:sldChg>
      <pc:sldChg chg="addSp delSp modSp new del mod">
        <pc:chgData name="BROKEN BOY" userId="deed42c0b12af2d9" providerId="LiveId" clId="{26710D63-F209-48BF-AB6A-284953DA05B3}" dt="2023-10-30T15:15:06.146" v="5313" actId="2696"/>
        <pc:sldMkLst>
          <pc:docMk/>
          <pc:sldMk cId="1679985385" sldId="266"/>
        </pc:sldMkLst>
        <pc:spChg chg="mod">
          <ac:chgData name="BROKEN BOY" userId="deed42c0b12af2d9" providerId="LiveId" clId="{26710D63-F209-48BF-AB6A-284953DA05B3}" dt="2023-10-19T19:49:05.834" v="5218" actId="207"/>
          <ac:spMkLst>
            <pc:docMk/>
            <pc:sldMk cId="1679985385" sldId="266"/>
            <ac:spMk id="2" creationId="{9B99AA79-AC80-EF34-2C1A-E9745EB0BF91}"/>
          </ac:spMkLst>
        </pc:spChg>
        <pc:spChg chg="mod">
          <ac:chgData name="BROKEN BOY" userId="deed42c0b12af2d9" providerId="LiveId" clId="{26710D63-F209-48BF-AB6A-284953DA05B3}" dt="2023-10-19T18:07:40.530" v="4601" actId="20577"/>
          <ac:spMkLst>
            <pc:docMk/>
            <pc:sldMk cId="1679985385" sldId="266"/>
            <ac:spMk id="3" creationId="{67F7D3CD-A9AE-0454-8CE0-45CAA2D7EFCA}"/>
          </ac:spMkLst>
        </pc:spChg>
        <pc:picChg chg="add mod">
          <ac:chgData name="BROKEN BOY" userId="deed42c0b12af2d9" providerId="LiveId" clId="{26710D63-F209-48BF-AB6A-284953DA05B3}" dt="2023-10-19T18:14:50.197" v="4614" actId="1440"/>
          <ac:picMkLst>
            <pc:docMk/>
            <pc:sldMk cId="1679985385" sldId="266"/>
            <ac:picMk id="5" creationId="{8AFA6ACF-301A-C833-248D-3E24C701DD46}"/>
          </ac:picMkLst>
        </pc:picChg>
        <pc:picChg chg="add del mod">
          <ac:chgData name="BROKEN BOY" userId="deed42c0b12af2d9" providerId="LiveId" clId="{26710D63-F209-48BF-AB6A-284953DA05B3}" dt="2023-10-19T18:14:11.701" v="4605" actId="21"/>
          <ac:picMkLst>
            <pc:docMk/>
            <pc:sldMk cId="1679985385" sldId="266"/>
            <ac:picMk id="7" creationId="{D02B6434-0C36-401C-002E-FDC430DBA9B7}"/>
          </ac:picMkLst>
        </pc:picChg>
        <pc:picChg chg="add mod">
          <ac:chgData name="BROKEN BOY" userId="deed42c0b12af2d9" providerId="LiveId" clId="{26710D63-F209-48BF-AB6A-284953DA05B3}" dt="2023-10-19T18:15:47.621" v="4624" actId="1076"/>
          <ac:picMkLst>
            <pc:docMk/>
            <pc:sldMk cId="1679985385" sldId="266"/>
            <ac:picMk id="9" creationId="{C35A78BE-4B1D-E96B-F8B0-853F0AF913DA}"/>
          </ac:picMkLst>
        </pc:picChg>
        <pc:picChg chg="add mod">
          <ac:chgData name="BROKEN BOY" userId="deed42c0b12af2d9" providerId="LiveId" clId="{26710D63-F209-48BF-AB6A-284953DA05B3}" dt="2023-10-19T18:16:17.952" v="4629" actId="1076"/>
          <ac:picMkLst>
            <pc:docMk/>
            <pc:sldMk cId="1679985385" sldId="266"/>
            <ac:picMk id="11" creationId="{637E15D0-9440-A248-215C-72B773282277}"/>
          </ac:picMkLst>
        </pc:picChg>
      </pc:sldChg>
      <pc:sldChg chg="addSp modSp new mod">
        <pc:chgData name="BROKEN BOY" userId="deed42c0b12af2d9" providerId="LiveId" clId="{26710D63-F209-48BF-AB6A-284953DA05B3}" dt="2023-10-30T15:19:33.543" v="5326" actId="20577"/>
        <pc:sldMkLst>
          <pc:docMk/>
          <pc:sldMk cId="4173013049" sldId="267"/>
        </pc:sldMkLst>
        <pc:spChg chg="mod">
          <ac:chgData name="BROKEN BOY" userId="deed42c0b12af2d9" providerId="LiveId" clId="{26710D63-F209-48BF-AB6A-284953DA05B3}" dt="2023-10-30T15:15:13.238" v="5314" actId="115"/>
          <ac:spMkLst>
            <pc:docMk/>
            <pc:sldMk cId="4173013049" sldId="267"/>
            <ac:spMk id="2" creationId="{67FF315C-28F9-2BA3-108E-57A97403623F}"/>
          </ac:spMkLst>
        </pc:spChg>
        <pc:spChg chg="mod">
          <ac:chgData name="BROKEN BOY" userId="deed42c0b12af2d9" providerId="LiveId" clId="{26710D63-F209-48BF-AB6A-284953DA05B3}" dt="2023-10-30T15:19:33.543" v="5326" actId="20577"/>
          <ac:spMkLst>
            <pc:docMk/>
            <pc:sldMk cId="4173013049" sldId="267"/>
            <ac:spMk id="3" creationId="{EDBF6209-A3EB-3AA0-8816-3CF76F16A061}"/>
          </ac:spMkLst>
        </pc:spChg>
        <pc:picChg chg="add mod">
          <ac:chgData name="BROKEN BOY" userId="deed42c0b12af2d9" providerId="LiveId" clId="{26710D63-F209-48BF-AB6A-284953DA05B3}" dt="2023-10-19T18:33:30.325" v="4760" actId="14100"/>
          <ac:picMkLst>
            <pc:docMk/>
            <pc:sldMk cId="4173013049" sldId="267"/>
            <ac:picMk id="5" creationId="{38501EEE-7C85-3F2F-0A32-9F934EC8E26C}"/>
          </ac:picMkLst>
        </pc:picChg>
        <pc:picChg chg="add mod">
          <ac:chgData name="BROKEN BOY" userId="deed42c0b12af2d9" providerId="LiveId" clId="{26710D63-F209-48BF-AB6A-284953DA05B3}" dt="2023-10-19T18:33:42.357" v="4764" actId="14100"/>
          <ac:picMkLst>
            <pc:docMk/>
            <pc:sldMk cId="4173013049" sldId="267"/>
            <ac:picMk id="7" creationId="{6AEB96F6-F7E2-48E5-A893-E765D383E435}"/>
          </ac:picMkLst>
        </pc:picChg>
      </pc:sldChg>
      <pc:sldChg chg="addSp modSp new mod">
        <pc:chgData name="BROKEN BOY" userId="deed42c0b12af2d9" providerId="LiveId" clId="{26710D63-F209-48BF-AB6A-284953DA05B3}" dt="2023-10-30T15:15:20.879" v="5315" actId="115"/>
        <pc:sldMkLst>
          <pc:docMk/>
          <pc:sldMk cId="3716214046" sldId="268"/>
        </pc:sldMkLst>
        <pc:spChg chg="mod">
          <ac:chgData name="BROKEN BOY" userId="deed42c0b12af2d9" providerId="LiveId" clId="{26710D63-F209-48BF-AB6A-284953DA05B3}" dt="2023-10-30T15:15:20.879" v="5315" actId="115"/>
          <ac:spMkLst>
            <pc:docMk/>
            <pc:sldMk cId="3716214046" sldId="268"/>
            <ac:spMk id="2" creationId="{F22D45C4-0F78-7CC9-EECF-3423A6B6EFEC}"/>
          </ac:spMkLst>
        </pc:spChg>
        <pc:spChg chg="mod">
          <ac:chgData name="BROKEN BOY" userId="deed42c0b12af2d9" providerId="LiveId" clId="{26710D63-F209-48BF-AB6A-284953DA05B3}" dt="2023-10-30T14:53:28.042" v="5259" actId="27636"/>
          <ac:spMkLst>
            <pc:docMk/>
            <pc:sldMk cId="3716214046" sldId="268"/>
            <ac:spMk id="3" creationId="{62550F12-BCDD-4BBB-5E34-4F163D03A66B}"/>
          </ac:spMkLst>
        </pc:spChg>
        <pc:picChg chg="add mod">
          <ac:chgData name="BROKEN BOY" userId="deed42c0b12af2d9" providerId="LiveId" clId="{26710D63-F209-48BF-AB6A-284953DA05B3}" dt="2023-10-19T18:50:55.972" v="4882" actId="1440"/>
          <ac:picMkLst>
            <pc:docMk/>
            <pc:sldMk cId="3716214046" sldId="268"/>
            <ac:picMk id="5" creationId="{CEAA8535-ED2C-91B4-EA33-7FCBEBE36F5F}"/>
          </ac:picMkLst>
        </pc:picChg>
        <pc:picChg chg="add mod">
          <ac:chgData name="BROKEN BOY" userId="deed42c0b12af2d9" providerId="LiveId" clId="{26710D63-F209-48BF-AB6A-284953DA05B3}" dt="2023-10-19T18:51:35.585" v="4891" actId="1440"/>
          <ac:picMkLst>
            <pc:docMk/>
            <pc:sldMk cId="3716214046" sldId="268"/>
            <ac:picMk id="7" creationId="{2EDEE230-AB4B-D94C-7C34-F33E7A2248B9}"/>
          </ac:picMkLst>
        </pc:picChg>
      </pc:sldChg>
      <pc:sldChg chg="addSp modSp new mod">
        <pc:chgData name="BROKEN BOY" userId="deed42c0b12af2d9" providerId="LiveId" clId="{26710D63-F209-48BF-AB6A-284953DA05B3}" dt="2023-10-30T15:17:55.980" v="5319" actId="20577"/>
        <pc:sldMkLst>
          <pc:docMk/>
          <pc:sldMk cId="2532509282" sldId="269"/>
        </pc:sldMkLst>
        <pc:spChg chg="mod">
          <ac:chgData name="BROKEN BOY" userId="deed42c0b12af2d9" providerId="LiveId" clId="{26710D63-F209-48BF-AB6A-284953DA05B3}" dt="2023-10-30T15:15:30.754" v="5316" actId="115"/>
          <ac:spMkLst>
            <pc:docMk/>
            <pc:sldMk cId="2532509282" sldId="269"/>
            <ac:spMk id="2" creationId="{4053782D-3688-7427-7C9F-B2ADC4E4A749}"/>
          </ac:spMkLst>
        </pc:spChg>
        <pc:spChg chg="mod">
          <ac:chgData name="BROKEN BOY" userId="deed42c0b12af2d9" providerId="LiveId" clId="{26710D63-F209-48BF-AB6A-284953DA05B3}" dt="2023-10-30T15:17:55.980" v="5319" actId="20577"/>
          <ac:spMkLst>
            <pc:docMk/>
            <pc:sldMk cId="2532509282" sldId="269"/>
            <ac:spMk id="3" creationId="{8DFCEA5C-6EED-8E89-A80F-3164E9DCA80B}"/>
          </ac:spMkLst>
        </pc:spChg>
        <pc:picChg chg="add mod">
          <ac:chgData name="BROKEN BOY" userId="deed42c0b12af2d9" providerId="LiveId" clId="{26710D63-F209-48BF-AB6A-284953DA05B3}" dt="2023-10-19T19:12:35.391" v="5010" actId="1440"/>
          <ac:picMkLst>
            <pc:docMk/>
            <pc:sldMk cId="2532509282" sldId="269"/>
            <ac:picMk id="5" creationId="{2BF98EB9-127B-7A2E-0C98-F5AAD08D9EE7}"/>
          </ac:picMkLst>
        </pc:picChg>
        <pc:picChg chg="add mod">
          <ac:chgData name="BROKEN BOY" userId="deed42c0b12af2d9" providerId="LiveId" clId="{26710D63-F209-48BF-AB6A-284953DA05B3}" dt="2023-10-19T19:12:37.831" v="5011" actId="1440"/>
          <ac:picMkLst>
            <pc:docMk/>
            <pc:sldMk cId="2532509282" sldId="269"/>
            <ac:picMk id="7" creationId="{510D4B36-64A9-D4EB-7F57-5313BD77B968}"/>
          </ac:picMkLst>
        </pc:picChg>
      </pc:sldChg>
      <pc:sldChg chg="new del">
        <pc:chgData name="BROKEN BOY" userId="deed42c0b12af2d9" providerId="LiveId" clId="{26710D63-F209-48BF-AB6A-284953DA05B3}" dt="2023-10-19T18:48:06.926" v="4875" actId="2696"/>
        <pc:sldMkLst>
          <pc:docMk/>
          <pc:sldMk cId="4253199822" sldId="269"/>
        </pc:sldMkLst>
      </pc:sldChg>
      <pc:sldChg chg="addSp delSp modSp new mod ord">
        <pc:chgData name="BROKEN BOY" userId="deed42c0b12af2d9" providerId="LiveId" clId="{26710D63-F209-48BF-AB6A-284953DA05B3}" dt="2023-10-30T15:18:14.550" v="5321" actId="27636"/>
        <pc:sldMkLst>
          <pc:docMk/>
          <pc:sldMk cId="1957136157" sldId="270"/>
        </pc:sldMkLst>
        <pc:spChg chg="mod">
          <ac:chgData name="BROKEN BOY" userId="deed42c0b12af2d9" providerId="LiveId" clId="{26710D63-F209-48BF-AB6A-284953DA05B3}" dt="2023-10-30T15:15:41.373" v="5317" actId="115"/>
          <ac:spMkLst>
            <pc:docMk/>
            <pc:sldMk cId="1957136157" sldId="270"/>
            <ac:spMk id="2" creationId="{AC3BDF3D-760E-D608-5408-B084E72ACC90}"/>
          </ac:spMkLst>
        </pc:spChg>
        <pc:spChg chg="mod">
          <ac:chgData name="BROKEN BOY" userId="deed42c0b12af2d9" providerId="LiveId" clId="{26710D63-F209-48BF-AB6A-284953DA05B3}" dt="2023-10-30T15:18:14.550" v="5321" actId="27636"/>
          <ac:spMkLst>
            <pc:docMk/>
            <pc:sldMk cId="1957136157" sldId="270"/>
            <ac:spMk id="3" creationId="{8B602869-47B2-AE46-CBCC-521C68E817F8}"/>
          </ac:spMkLst>
        </pc:spChg>
        <pc:picChg chg="add del mod modCrop">
          <ac:chgData name="BROKEN BOY" userId="deed42c0b12af2d9" providerId="LiveId" clId="{26710D63-F209-48BF-AB6A-284953DA05B3}" dt="2023-10-19T19:23:13.274" v="5050" actId="21"/>
          <ac:picMkLst>
            <pc:docMk/>
            <pc:sldMk cId="1957136157" sldId="270"/>
            <ac:picMk id="5" creationId="{8BCC005B-07FC-2F03-D6D9-104A55F3B357}"/>
          </ac:picMkLst>
        </pc:picChg>
        <pc:picChg chg="add del mod">
          <ac:chgData name="BROKEN BOY" userId="deed42c0b12af2d9" providerId="LiveId" clId="{26710D63-F209-48BF-AB6A-284953DA05B3}" dt="2023-10-19T19:28:49.513" v="5067" actId="21"/>
          <ac:picMkLst>
            <pc:docMk/>
            <pc:sldMk cId="1957136157" sldId="270"/>
            <ac:picMk id="7" creationId="{FF2D1971-DEF2-9DF0-8894-F81BC593B53E}"/>
          </ac:picMkLst>
        </pc:picChg>
        <pc:picChg chg="add mod">
          <ac:chgData name="BROKEN BOY" userId="deed42c0b12af2d9" providerId="LiveId" clId="{26710D63-F209-48BF-AB6A-284953DA05B3}" dt="2023-10-19T19:29:17.283" v="5073" actId="1440"/>
          <ac:picMkLst>
            <pc:docMk/>
            <pc:sldMk cId="1957136157" sldId="270"/>
            <ac:picMk id="9" creationId="{09731BB0-5FAF-21C3-3787-6FBD5B84F8FD}"/>
          </ac:picMkLst>
        </pc:picChg>
      </pc:sldChg>
      <pc:sldChg chg="new del">
        <pc:chgData name="BROKEN BOY" userId="deed42c0b12af2d9" providerId="LiveId" clId="{26710D63-F209-48BF-AB6A-284953DA05B3}" dt="2023-10-19T19:29:51.473" v="5075" actId="2696"/>
        <pc:sldMkLst>
          <pc:docMk/>
          <pc:sldMk cId="323935149" sldId="271"/>
        </pc:sldMkLst>
      </pc:sldChg>
      <pc:sldChg chg="new del">
        <pc:chgData name="BROKEN BOY" userId="deed42c0b12af2d9" providerId="LiveId" clId="{26710D63-F209-48BF-AB6A-284953DA05B3}" dt="2023-10-19T19:30:04.997" v="5077" actId="2696"/>
        <pc:sldMkLst>
          <pc:docMk/>
          <pc:sldMk cId="2076745652" sldId="271"/>
        </pc:sldMkLst>
      </pc:sldChg>
      <pc:sldChg chg="addSp modSp new mod ord">
        <pc:chgData name="BROKEN BOY" userId="deed42c0b12af2d9" providerId="LiveId" clId="{26710D63-F209-48BF-AB6A-284953DA05B3}" dt="2023-10-19T19:35:54.251" v="5172"/>
        <pc:sldMkLst>
          <pc:docMk/>
          <pc:sldMk cId="2788633018" sldId="271"/>
        </pc:sldMkLst>
        <pc:spChg chg="mod">
          <ac:chgData name="BROKEN BOY" userId="deed42c0b12af2d9" providerId="LiveId" clId="{26710D63-F209-48BF-AB6A-284953DA05B3}" dt="2023-10-19T19:35:08.143" v="5158" actId="14100"/>
          <ac:spMkLst>
            <pc:docMk/>
            <pc:sldMk cId="2788633018" sldId="271"/>
            <ac:spMk id="2" creationId="{2AA6E3EC-7B56-FC40-FFF8-9F96C265CDCF}"/>
          </ac:spMkLst>
        </pc:spChg>
        <pc:picChg chg="add mod">
          <ac:chgData name="BROKEN BOY" userId="deed42c0b12af2d9" providerId="LiveId" clId="{26710D63-F209-48BF-AB6A-284953DA05B3}" dt="2023-10-19T19:35:36.865" v="5166" actId="14100"/>
          <ac:picMkLst>
            <pc:docMk/>
            <pc:sldMk cId="2788633018" sldId="271"/>
            <ac:picMk id="4" creationId="{CCF0B04B-C66D-092C-0FE8-AD0F35D28B78}"/>
          </ac:picMkLst>
        </pc:picChg>
      </pc:sldChg>
      <pc:sldChg chg="new del">
        <pc:chgData name="BROKEN BOY" userId="deed42c0b12af2d9" providerId="LiveId" clId="{26710D63-F209-48BF-AB6A-284953DA05B3}" dt="2023-10-30T15:06:08.135" v="5292" actId="2696"/>
        <pc:sldMkLst>
          <pc:docMk/>
          <pc:sldMk cId="2111524923" sldId="272"/>
        </pc:sldMkLst>
      </pc:sldChg>
      <pc:sldChg chg="modSp new del mod">
        <pc:chgData name="BROKEN BOY" userId="deed42c0b12af2d9" providerId="LiveId" clId="{26710D63-F209-48BF-AB6A-284953DA05B3}" dt="2023-10-19T19:42:41.879" v="5208" actId="2696"/>
        <pc:sldMkLst>
          <pc:docMk/>
          <pc:sldMk cId="2548050323" sldId="272"/>
        </pc:sldMkLst>
        <pc:spChg chg="mod">
          <ac:chgData name="BROKEN BOY" userId="deed42c0b12af2d9" providerId="LiveId" clId="{26710D63-F209-48BF-AB6A-284953DA05B3}" dt="2023-10-19T19:39:53.602" v="5207" actId="20577"/>
          <ac:spMkLst>
            <pc:docMk/>
            <pc:sldMk cId="2548050323" sldId="272"/>
            <ac:spMk id="2" creationId="{2C5EB876-BED0-A211-184A-8F16E252A9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14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0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77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4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40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6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10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7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92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8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339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9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827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75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455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0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34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3CD16C-28DF-4134-A462-6119401068B6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A3BC58-D0D9-4A4C-B615-0CE3B11ACD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19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CEAC-D372-6695-4045-94D773EE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773" y="914400"/>
            <a:ext cx="4371392" cy="1413587"/>
          </a:xfrm>
        </p:spPr>
        <p:txBody>
          <a:bodyPr>
            <a:normAutofit/>
          </a:bodyPr>
          <a:lstStyle/>
          <a:p>
            <a:r>
              <a:rPr lang="en-US" sz="6000" b="1" u="sng" dirty="0">
                <a:solidFill>
                  <a:schemeClr val="accent5"/>
                </a:solidFill>
                <a:latin typeface="Algerian" panose="04020705040A02060702" pitchFamily="82" charset="0"/>
              </a:rPr>
              <a:t>CAPACITOR</a:t>
            </a:r>
            <a:endParaRPr lang="en-IN" sz="6000" b="1" u="sng" dirty="0">
              <a:solidFill>
                <a:schemeClr val="accent5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9D6637D-91B8-9808-360B-467FBFAA6FF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0" r="26120"/>
          <a:stretch>
            <a:fillRect/>
          </a:stretch>
        </p:blipFill>
        <p:spPr>
          <a:xfrm>
            <a:off x="8141786" y="1189653"/>
            <a:ext cx="3620277" cy="447869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63E9C-E20B-76F6-D44C-1BF77CF50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783" y="2635897"/>
            <a:ext cx="6164653" cy="41474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AN ELECTRONIC STORAGE DEVICE:</a:t>
            </a:r>
          </a:p>
          <a:p>
            <a:pPr algn="ctr"/>
            <a:r>
              <a:rPr lang="en-US" sz="2400" dirty="0">
                <a:latin typeface="Arial Rounded MT Bold" panose="020F0704030504030204" pitchFamily="34" charset="0"/>
              </a:rPr>
              <a:t>(PAST,PRESENT AND FUTURE)</a:t>
            </a:r>
          </a:p>
          <a:p>
            <a:pPr algn="ctr"/>
            <a:endParaRPr lang="en-US" sz="2400" dirty="0">
              <a:latin typeface="Arial Rounded MT Bold" panose="020F0704030504030204" pitchFamily="34" charset="0"/>
            </a:endParaRP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pPr algn="ctr"/>
            <a:endParaRPr lang="en-US" sz="2400" dirty="0">
              <a:latin typeface="Arial Rounded MT Bold" panose="020F0704030504030204" pitchFamily="34" charset="0"/>
            </a:endParaRPr>
          </a:p>
          <a:p>
            <a:pPr algn="ctr"/>
            <a:endParaRPr lang="en-IN" sz="2400" dirty="0">
              <a:latin typeface="Arial Rounded MT Bold" panose="020F07040305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88B781-E3A2-95FB-75B3-E50F6CB74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21" y="3823315"/>
            <a:ext cx="2238375" cy="2047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5771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E67A-0DD8-16F7-66CE-5EBEF9AE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958" y="524071"/>
            <a:ext cx="4222103" cy="628263"/>
          </a:xfrm>
        </p:spPr>
        <p:txBody>
          <a:bodyPr>
            <a:normAutofit fontScale="90000"/>
          </a:bodyPr>
          <a:lstStyle/>
          <a:p>
            <a:r>
              <a:rPr lang="en-US" sz="4000" b="1" u="sng" dirty="0">
                <a:solidFill>
                  <a:srgbClr val="FFC000"/>
                </a:solidFill>
                <a:latin typeface="Algerian" panose="04020705040A02060702" pitchFamily="82" charset="0"/>
              </a:rPr>
              <a:t>introduction</a:t>
            </a:r>
            <a:endParaRPr lang="en-IN" sz="4000" b="1" u="sng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83F1-FE26-8AAA-A0F2-3953DE357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53" y="1800808"/>
            <a:ext cx="6377472" cy="5355772"/>
          </a:xfrm>
        </p:spPr>
        <p:txBody>
          <a:bodyPr>
            <a:normAutofit/>
          </a:bodyPr>
          <a:lstStyle/>
          <a:p>
            <a:r>
              <a:rPr lang="en-US" sz="2800" dirty="0"/>
              <a:t>Capacitor is a temporary storage device.</a:t>
            </a:r>
          </a:p>
          <a:p>
            <a:r>
              <a:rPr lang="en-US" sz="2800" dirty="0"/>
              <a:t>A capacitor is an electronic device that is used to store electrical energy.</a:t>
            </a:r>
          </a:p>
          <a:p>
            <a:r>
              <a:rPr lang="en-US" sz="2800" dirty="0"/>
              <a:t>Charging and Discharging.</a:t>
            </a:r>
          </a:p>
          <a:p>
            <a:r>
              <a:rPr lang="en-US" sz="2800" dirty="0"/>
              <a:t>Unit: Farad</a:t>
            </a:r>
          </a:p>
          <a:p>
            <a:r>
              <a:rPr lang="en-US" sz="2800" dirty="0"/>
              <a:t>Capacitor has Polarity</a:t>
            </a:r>
          </a:p>
          <a:p>
            <a:r>
              <a:rPr lang="en-US" sz="2800" dirty="0"/>
              <a:t>Example: LED in Adapter</a:t>
            </a:r>
          </a:p>
          <a:p>
            <a:endParaRPr lang="en-IN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6618E-A2AA-3562-0CEF-FD98B06FB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173" y="1152334"/>
            <a:ext cx="3680885" cy="157920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ea typeface="Artifakt Element Heavy" panose="020B0B03050000020004" pitchFamily="34" charset="0"/>
                <a:cs typeface="Arial" panose="020B0604020202020204" pitchFamily="34" charset="0"/>
              </a:rPr>
              <a:t>What is capacitor?</a:t>
            </a:r>
            <a:endParaRPr lang="en-IN" sz="3200" b="1" dirty="0">
              <a:latin typeface="Arial" panose="020B0604020202020204" pitchFamily="34" charset="0"/>
              <a:ea typeface="Artifakt Element Heavy" panose="020B0B030500000200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BAD23-3C39-AE44-49E6-8B3E69BD3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04" y="1548882"/>
            <a:ext cx="5262423" cy="462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C18B-B4CD-607D-94B4-3961856F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78" y="0"/>
            <a:ext cx="10131425" cy="1456267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FFC000"/>
                </a:solidFill>
                <a:latin typeface="Algerian" panose="04020705040A02060702" pitchFamily="82" charset="0"/>
              </a:rPr>
              <a:t>Capacitance:</a:t>
            </a:r>
            <a:endParaRPr lang="en-IN" b="1" u="sng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A5449-7CFF-32E3-FA5E-E993E272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34" y="1338080"/>
            <a:ext cx="6153537" cy="490479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Capacitance is the ability of a material to store electric charge. It is measured in farads(F).</a:t>
            </a:r>
          </a:p>
          <a:p>
            <a:r>
              <a:rPr lang="en-US" sz="2400" dirty="0"/>
              <a:t>The larger the capacitance value, the more charge  material can store.</a:t>
            </a:r>
          </a:p>
          <a:p>
            <a:r>
              <a:rPr lang="en-US" sz="2400" dirty="0"/>
              <a:t>It is defined as the ratio of the charge store on a conductor to the potential difference between the conductors.</a:t>
            </a:r>
          </a:p>
          <a:p>
            <a:r>
              <a:rPr lang="en-US" sz="3900" b="1" dirty="0"/>
              <a:t>C = Q/V</a:t>
            </a:r>
          </a:p>
          <a:p>
            <a:pPr marL="0" indent="0">
              <a:buNone/>
            </a:pPr>
            <a:r>
              <a:rPr lang="en-US" sz="2400" dirty="0"/>
              <a:t>    C :- capacitance(F)</a:t>
            </a:r>
          </a:p>
          <a:p>
            <a:pPr marL="0" indent="0">
              <a:buNone/>
            </a:pPr>
            <a:r>
              <a:rPr lang="en-US" sz="2400" dirty="0"/>
              <a:t>    Q :- charge(C)</a:t>
            </a:r>
          </a:p>
          <a:p>
            <a:pPr marL="0" indent="0">
              <a:buNone/>
            </a:pPr>
            <a:r>
              <a:rPr lang="en-US" sz="2400" dirty="0"/>
              <a:t>    V :- potential difference(V)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48A40-6AE9-0B0C-E6F6-7D0D61CA0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114" y="1338079"/>
            <a:ext cx="5309119" cy="44375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8632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10DF-68B3-6AB6-4589-47CF341A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438" y="-164388"/>
            <a:ext cx="10131425" cy="1456267"/>
          </a:xfrm>
        </p:spPr>
        <p:txBody>
          <a:bodyPr/>
          <a:lstStyle/>
          <a:p>
            <a:r>
              <a:rPr lang="en-IN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capacitors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E5F97-9ACF-BE6D-22D5-AF1AC80C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5314" y="1184988"/>
            <a:ext cx="12036489" cy="650723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dirty="0"/>
              <a:t>1. F</a:t>
            </a:r>
            <a:r>
              <a:rPr lang="en-IN" sz="9600" b="1" u="sng" dirty="0"/>
              <a:t>IXED CAPACITOR </a:t>
            </a:r>
            <a:r>
              <a:rPr lang="en-IN" sz="9600" b="1" dirty="0"/>
              <a:t>:- </a:t>
            </a:r>
            <a:r>
              <a:rPr lang="en-IN" sz="9600" dirty="0"/>
              <a:t>A fixed capacitor is a capacitor which</a:t>
            </a:r>
          </a:p>
          <a:p>
            <a:pPr marL="0" indent="0">
              <a:buNone/>
            </a:pPr>
            <a:r>
              <a:rPr lang="en-IN" sz="9600" dirty="0"/>
              <a:t>    has a fixed capacitance value . This means that the amount </a:t>
            </a:r>
          </a:p>
          <a:p>
            <a:pPr marL="0" indent="0">
              <a:buNone/>
            </a:pPr>
            <a:r>
              <a:rPr lang="en-IN" sz="9600" dirty="0"/>
              <a:t>    of charge that the capacitor can store is not adjustable.</a:t>
            </a:r>
          </a:p>
          <a:p>
            <a:pPr marL="0" indent="0">
              <a:buNone/>
            </a:pPr>
            <a:r>
              <a:rPr lang="en-IN" sz="9600" b="1" dirty="0"/>
              <a:t>    </a:t>
            </a:r>
            <a:r>
              <a:rPr lang="en-IN" sz="9600" dirty="0"/>
              <a:t>Types of fixed capacitor:-  </a:t>
            </a:r>
          </a:p>
          <a:p>
            <a:r>
              <a:rPr lang="en-IN" sz="9600" dirty="0"/>
              <a:t>Polar capacitor</a:t>
            </a:r>
          </a:p>
          <a:p>
            <a:r>
              <a:rPr lang="en-IN" sz="9600" dirty="0"/>
              <a:t>Non-polar capacitor</a:t>
            </a:r>
          </a:p>
          <a:p>
            <a:pPr marL="0" indent="0">
              <a:buNone/>
            </a:pPr>
            <a:r>
              <a:rPr lang="en-IN" sz="9600" dirty="0"/>
              <a:t>2. </a:t>
            </a:r>
            <a:r>
              <a:rPr lang="en-IN" sz="9600" b="1" u="sng" dirty="0"/>
              <a:t>VARIABLE CAPACITOR</a:t>
            </a:r>
            <a:r>
              <a:rPr lang="en-IN" sz="9600" b="1" dirty="0"/>
              <a:t>:-</a:t>
            </a:r>
            <a:r>
              <a:rPr lang="en-IN" sz="9600" dirty="0"/>
              <a:t> A variable capacitor is a capacitor </a:t>
            </a:r>
          </a:p>
          <a:p>
            <a:pPr marL="0" indent="0">
              <a:buNone/>
            </a:pPr>
            <a:r>
              <a:rPr lang="en-IN" sz="9600" dirty="0"/>
              <a:t>    that allows you to adjust capacitance value . which means </a:t>
            </a:r>
          </a:p>
          <a:p>
            <a:pPr marL="0" indent="0">
              <a:buNone/>
            </a:pPr>
            <a:r>
              <a:rPr lang="en-IN" sz="9600" dirty="0"/>
              <a:t>    capacitance value is not fixed.</a:t>
            </a:r>
          </a:p>
          <a:p>
            <a:pPr marL="0" indent="0">
              <a:buNone/>
            </a:pPr>
            <a:r>
              <a:rPr lang="en-IN" sz="9600" dirty="0"/>
              <a:t>    Types of variable capacitor:-</a:t>
            </a:r>
          </a:p>
          <a:p>
            <a:r>
              <a:rPr lang="en-IN" sz="9600" dirty="0"/>
              <a:t>Tunning capacitors</a:t>
            </a:r>
          </a:p>
          <a:p>
            <a:r>
              <a:rPr lang="en-IN" sz="9600" dirty="0"/>
              <a:t>Trimmer capacitors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149A3-0174-58E4-883D-38562268D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069" y="2855038"/>
            <a:ext cx="4357396" cy="25007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923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CC1C-524C-0E24-9DC8-5BF7AE29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608" y="292357"/>
            <a:ext cx="10131425" cy="1456267"/>
          </a:xfrm>
        </p:spPr>
        <p:txBody>
          <a:bodyPr/>
          <a:lstStyle/>
          <a:p>
            <a:r>
              <a:rPr lang="en-IN" u="sng" dirty="0">
                <a:solidFill>
                  <a:srgbClr val="FFC000"/>
                </a:solidFill>
                <a:latin typeface="Algerian" panose="04020705040A02060702" pitchFamily="82" charset="0"/>
              </a:rPr>
              <a:t>PAST: EARLY CAPACITORS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ED3F-CD31-B339-F843-9D0C56666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17" y="1020490"/>
            <a:ext cx="11999166" cy="5249235"/>
          </a:xfrm>
        </p:spPr>
        <p:txBody>
          <a:bodyPr>
            <a:normAutofit/>
          </a:bodyPr>
          <a:lstStyle/>
          <a:p>
            <a:r>
              <a:rPr lang="en-IN" sz="2400" dirty="0"/>
              <a:t>The early development of capacitors, also known as Leyden jar, </a:t>
            </a:r>
          </a:p>
          <a:p>
            <a:pPr marL="0" indent="0">
              <a:buNone/>
            </a:pPr>
            <a:r>
              <a:rPr lang="en-IN" sz="2400" dirty="0"/>
              <a:t>     dates back to the 18</a:t>
            </a:r>
            <a:r>
              <a:rPr lang="en-IN" sz="2400" baseline="30000" dirty="0"/>
              <a:t>th</a:t>
            </a:r>
            <a:r>
              <a:rPr lang="en-IN" sz="2400" dirty="0"/>
              <a:t> century. It was independently invented </a:t>
            </a:r>
          </a:p>
          <a:p>
            <a:pPr marL="0" indent="0">
              <a:buNone/>
            </a:pPr>
            <a:r>
              <a:rPr lang="en-IN" sz="2400" dirty="0"/>
              <a:t>     by multiple scientists, including </a:t>
            </a:r>
            <a:r>
              <a:rPr lang="en-IN" sz="2400" b="1" dirty="0"/>
              <a:t>Ewald Georg von Kleist</a:t>
            </a:r>
            <a:r>
              <a:rPr lang="en-IN" sz="2400" dirty="0"/>
              <a:t> in </a:t>
            </a:r>
            <a:r>
              <a:rPr lang="en-IN" sz="2400" b="1" dirty="0"/>
              <a:t>1745</a:t>
            </a:r>
          </a:p>
          <a:p>
            <a:pPr marL="0" indent="0">
              <a:buNone/>
            </a:pPr>
            <a:r>
              <a:rPr lang="en-IN" sz="2400" b="1" dirty="0"/>
              <a:t>      </a:t>
            </a:r>
            <a:r>
              <a:rPr lang="en-IN" sz="2400" dirty="0"/>
              <a:t>and </a:t>
            </a:r>
            <a:r>
              <a:rPr lang="en-IN" sz="2400" b="1" dirty="0"/>
              <a:t>Pieter van </a:t>
            </a:r>
            <a:r>
              <a:rPr lang="en-IN" sz="2400" dirty="0"/>
              <a:t>in </a:t>
            </a:r>
            <a:r>
              <a:rPr lang="en-IN" sz="2400" b="1" dirty="0"/>
              <a:t>1746. </a:t>
            </a:r>
          </a:p>
          <a:p>
            <a:r>
              <a:rPr lang="en-IN" sz="2400" dirty="0"/>
              <a:t>It is the basic form of capacitor that stores electrical energy in </a:t>
            </a:r>
          </a:p>
          <a:p>
            <a:pPr marL="0" indent="0">
              <a:buNone/>
            </a:pPr>
            <a:r>
              <a:rPr lang="en-IN" sz="2400" dirty="0"/>
              <a:t>    the form of electric charge on two conductive plates separated </a:t>
            </a:r>
          </a:p>
          <a:p>
            <a:pPr marL="0" indent="0">
              <a:buNone/>
            </a:pPr>
            <a:r>
              <a:rPr lang="en-IN" sz="2400" dirty="0"/>
              <a:t>    by an insulator.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B08CE-055E-34C7-1F67-1B4C17056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718" y="1020491"/>
            <a:ext cx="2929812" cy="27245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D272E-F9A2-3518-DEAF-BD6DA2B1B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025" y="3979506"/>
            <a:ext cx="2929812" cy="24539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2695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ECDB-059F-E3D9-66D1-679C7ABA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441" y="87086"/>
            <a:ext cx="10131425" cy="1456267"/>
          </a:xfrm>
        </p:spPr>
        <p:txBody>
          <a:bodyPr/>
          <a:lstStyle/>
          <a:p>
            <a:r>
              <a:rPr lang="en-IN" u="sng" dirty="0">
                <a:solidFill>
                  <a:srgbClr val="FFC000"/>
                </a:solidFill>
                <a:latin typeface="Algerian" panose="04020705040A02060702" pitchFamily="82" charset="0"/>
              </a:rPr>
              <a:t>PAST: ELECTROLYTIC capacitors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78B53-9C15-1356-2C2F-55F821B49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9" y="1429572"/>
            <a:ext cx="7119256" cy="5178489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Early Development:</a:t>
            </a:r>
            <a:r>
              <a:rPr lang="en-US" sz="2400" dirty="0"/>
              <a:t> The concept of the electrolytic capacitor dates back to the late 19th century, Charles Pollak, in 1896.</a:t>
            </a:r>
          </a:p>
          <a:p>
            <a:r>
              <a:rPr lang="en-US" sz="2400" b="1" u="sng" dirty="0"/>
              <a:t>Quality and Reliability: </a:t>
            </a:r>
            <a:r>
              <a:rPr lang="en-US" sz="2400" dirty="0"/>
              <a:t>Quality control and reliability testing have become critical in the development of electrolytic capacitors to ensure longevity and performance, especially in demanding applications.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31DEA-A326-DB55-7B7E-C49D56B7D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437" y="1093236"/>
            <a:ext cx="4320074" cy="2895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CF6F28-C54C-C74B-BB45-D887DB980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454" y="3988836"/>
            <a:ext cx="2646039" cy="24935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12387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0DA5-16D8-B51E-566B-8CDC6AA7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914" y="298121"/>
            <a:ext cx="10131425" cy="1456267"/>
          </a:xfrm>
        </p:spPr>
        <p:txBody>
          <a:bodyPr/>
          <a:lstStyle/>
          <a:p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PRESENT: TYPES OF CAPACITORS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F5973-EA45-3620-C65B-52D5B9100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3" y="1456267"/>
            <a:ext cx="6802017" cy="4917231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SUPERCAPACITORS</a:t>
            </a:r>
            <a:r>
              <a:rPr lang="en-US" sz="2400" b="1" dirty="0"/>
              <a:t> :-  A supercapacitor is a high-capacity electrical energy storage device that can store and release energy quickly, making it suitable for applications requiring rapid bursts of power.</a:t>
            </a:r>
          </a:p>
          <a:p>
            <a:r>
              <a:rPr lang="en-US" sz="2400" b="1" u="sng" dirty="0"/>
              <a:t>CERAMIC CAPACITORS</a:t>
            </a:r>
            <a:r>
              <a:rPr lang="en-US" sz="2400" b="1" dirty="0"/>
              <a:t> :-  A ceramic capacitor is an electronic component that stores and releases electrical energy in the form of electric fields and is made of ceramic materials.</a:t>
            </a:r>
            <a:endParaRPr lang="en-IN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EF11B-35F8-D0DC-8369-BB2B4351C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434" y="1456267"/>
            <a:ext cx="2425958" cy="13223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4591BD-44D3-7299-57B6-1AAF479B3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434" y="3069771"/>
            <a:ext cx="2425958" cy="15582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374C74-94B8-E04C-6AFE-4ADF0D70F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078" y="4919176"/>
            <a:ext cx="2351313" cy="14543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5273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135F-592D-0400-8E04-94E97C0B5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976" y="289250"/>
            <a:ext cx="10131425" cy="1456267"/>
          </a:xfrm>
        </p:spPr>
        <p:txBody>
          <a:bodyPr/>
          <a:lstStyle/>
          <a:p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Present: Capacitor application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04C0-67F5-FAF3-91D7-74CAE850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1306285"/>
            <a:ext cx="7903029" cy="5262465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ELECTRONICS </a:t>
            </a:r>
            <a:r>
              <a:rPr lang="en-US" sz="2400" b="1" dirty="0"/>
              <a:t>:-  Capacitors are widely used in electronics to store and release electrical energy. They help stabilize voltage levels, and store energy for quick discharge .</a:t>
            </a:r>
          </a:p>
          <a:p>
            <a:r>
              <a:rPr lang="en-US" sz="2400" b="1" u="sng" dirty="0"/>
              <a:t>ELECTRIC VEHICLES</a:t>
            </a:r>
            <a:r>
              <a:rPr lang="en-US" sz="2400" b="1" dirty="0"/>
              <a:t> :-  Capacitors play a significant role in electric vehicles (EVs). They are used in regenerative braking systems to capture and store energy during braking.</a:t>
            </a:r>
            <a:endParaRPr lang="en-IN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E0C8A-9ACA-20B9-0C78-942E8BE1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352" y="1464522"/>
            <a:ext cx="2771192" cy="1707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AB290-3009-ED27-2A6E-EB63C047C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3180279"/>
            <a:ext cx="2862944" cy="1514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369FA-F0A8-79E5-BA86-8B8AD5DE1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731" y="4825675"/>
            <a:ext cx="2794813" cy="15930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733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315C-28F9-2BA3-108E-57A97403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316" y="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rgbClr val="FFFF00"/>
                </a:solidFill>
                <a:latin typeface="Algerian" panose="04020705040A02060702" pitchFamily="82" charset="0"/>
              </a:rPr>
              <a:t>FUTURE- EMERGING TECHNOLOGIES</a:t>
            </a:r>
            <a:endParaRPr lang="en-IN" b="1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6209-A3EB-3AA0-8816-3CF76F16A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91" y="1343608"/>
            <a:ext cx="8005664" cy="5337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Here are some potential future emerging technologies in</a:t>
            </a:r>
          </a:p>
          <a:p>
            <a:pPr marL="0" indent="0">
              <a:buNone/>
            </a:pPr>
            <a:r>
              <a:rPr lang="en-US" sz="2400" dirty="0"/>
              <a:t>capacitors:</a:t>
            </a:r>
          </a:p>
          <a:p>
            <a:r>
              <a:rPr lang="en-US" sz="2400" b="1" u="sng" dirty="0"/>
              <a:t>Solid-State Capacitors:</a:t>
            </a:r>
            <a:r>
              <a:rPr lang="en-US" sz="2400" dirty="0"/>
              <a:t> Solid-state capacitors could replace traditional electrolytic capacitors. They are more reliable, have longer lifespans, and are less prone to leakage. Future developments may improve their energy storage capacity.</a:t>
            </a:r>
          </a:p>
          <a:p>
            <a:r>
              <a:rPr lang="en-US" sz="2400" b="1" u="sng" dirty="0"/>
              <a:t>High-Temperature Capacitors: </a:t>
            </a:r>
            <a:r>
              <a:rPr lang="en-US" sz="2400" dirty="0"/>
              <a:t>Capacitors that can operate at higher temperatures without significant degradation are essential for demanding applications .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01EEE-7C85-3F2F-0A32-9F934EC8E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52" y="1442552"/>
            <a:ext cx="3238888" cy="20844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EB96F6-F7E2-48E5-A893-E765D383E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52" y="3744173"/>
            <a:ext cx="3238888" cy="24506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301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45C4-0F78-7CC9-EECF-3423A6B6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24" y="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rgbClr val="FFFF00"/>
                </a:solidFill>
                <a:latin typeface="Algerian" panose="04020705040A02060702" pitchFamily="82" charset="0"/>
              </a:rPr>
              <a:t>FUTURE- CHALLENGES AND SOLUTIONS</a:t>
            </a:r>
            <a:endParaRPr lang="en-IN" b="1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50F12-BCDD-4BBB-5E34-4F163D03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59" y="2211355"/>
            <a:ext cx="8434874" cy="51691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Algerian" panose="04020705040A02060702" pitchFamily="82" charset="0"/>
              </a:rPr>
              <a:t>Challenges:</a:t>
            </a:r>
          </a:p>
          <a:p>
            <a:r>
              <a:rPr lang="en-US" sz="2400" b="1" u="sng" dirty="0"/>
              <a:t>Energy Density: </a:t>
            </a:r>
            <a:r>
              <a:rPr lang="en-US" sz="2400" dirty="0"/>
              <a:t>One of the primary challenges with capacitors is their relatively low energy density compared to batteries.</a:t>
            </a:r>
          </a:p>
          <a:p>
            <a:r>
              <a:rPr lang="en-US" sz="2400" b="1" u="sng" dirty="0"/>
              <a:t>Self-Discharge: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Capacitors tend to self-discharge over time, which limits their long-term energy storage capabilities. </a:t>
            </a:r>
          </a:p>
          <a:p>
            <a:pPr marL="0" indent="0">
              <a:buNone/>
            </a:pPr>
            <a:r>
              <a:rPr lang="en-US" sz="2400" dirty="0">
                <a:latin typeface="Algerian" panose="04020705040A02060702" pitchFamily="82" charset="0"/>
              </a:rPr>
              <a:t>Solutions:</a:t>
            </a:r>
          </a:p>
          <a:p>
            <a:r>
              <a:rPr lang="en-US" sz="2400" b="1" u="sng" dirty="0"/>
              <a:t>Superconducting Capacitors: </a:t>
            </a:r>
            <a:r>
              <a:rPr lang="en-US" sz="2400" dirty="0"/>
              <a:t>Superconducting materials, when used in capacitors, can significantly increase energy storage capabilities and reduce self-discharge. </a:t>
            </a:r>
          </a:p>
          <a:p>
            <a:r>
              <a:rPr lang="en-US" sz="2400" b="1" u="sng" dirty="0"/>
              <a:t>Innovative Designs: </a:t>
            </a:r>
            <a:r>
              <a:rPr lang="en-US" sz="2400" dirty="0"/>
              <a:t>Redesigning capacitors with innovative structures and geometries can lead to improvements in energy storage, reliability, and other performance parameters.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A8535-ED2C-91B4-EA33-7FCBEBE36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848" y="1203649"/>
            <a:ext cx="3204351" cy="23513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DEE230-AB4B-D94C-7C34-F33E7A22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113" y="3946851"/>
            <a:ext cx="3060441" cy="22486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16214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782D-3688-7427-7C9F-B2ADC4E4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915" y="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rgbClr val="00B050"/>
                </a:solidFill>
                <a:latin typeface="Algerian" panose="04020705040A02060702" pitchFamily="82" charset="0"/>
              </a:rPr>
              <a:t>ENVIRONMENTAL IMPACT</a:t>
            </a:r>
            <a:endParaRPr lang="en-IN" b="1" u="sng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EA5C-6EED-8E89-A80F-3164E9DC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06" y="1642188"/>
            <a:ext cx="7987003" cy="5738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Their environmental impact can be assessed in several ways:</a:t>
            </a:r>
          </a:p>
          <a:p>
            <a:r>
              <a:rPr lang="en-US" sz="2400" b="1" u="sng" dirty="0"/>
              <a:t>Transportation:</a:t>
            </a:r>
            <a:r>
              <a:rPr lang="en-US" sz="2400" dirty="0"/>
              <a:t> The transportation of capacitors and electronic devices can contribute to carbon emissions if not done efficiently. </a:t>
            </a:r>
          </a:p>
          <a:p>
            <a:r>
              <a:rPr lang="en-US" sz="2400" b="1" u="sng" dirty="0"/>
              <a:t>Recycling and Disposal:</a:t>
            </a:r>
            <a:r>
              <a:rPr lang="en-US" sz="2400" dirty="0"/>
              <a:t> The disposal of electronic devices containing capacitors, especially if not properly recycled or treated, can lead to environmental contamination and health risks.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98EB9-127B-7A2E-0C98-F5AAD08D9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610" y="1325639"/>
            <a:ext cx="3636118" cy="24999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D4B36-64A9-D4EB-7F57-5313BD77B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610" y="4053295"/>
            <a:ext cx="3636118" cy="2195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3250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DF3D-760E-D608-5408-B084E72A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968" y="0"/>
            <a:ext cx="10131425" cy="1456267"/>
          </a:xfrm>
        </p:spPr>
        <p:txBody>
          <a:bodyPr/>
          <a:lstStyle/>
          <a:p>
            <a:r>
              <a:rPr lang="en-US" b="1" u="sng" dirty="0">
                <a:solidFill>
                  <a:srgbClr val="00B050"/>
                </a:solidFill>
                <a:latin typeface="Algerian" panose="04020705040A02060702" pitchFamily="82" charset="0"/>
              </a:rPr>
              <a:t>CONCLUSION</a:t>
            </a:r>
            <a:endParaRPr lang="en-IN" b="1" u="sng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02869-47B2-AE46-CBCC-521C68E81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13" y="1166327"/>
            <a:ext cx="7893698" cy="5197151"/>
          </a:xfrm>
        </p:spPr>
        <p:txBody>
          <a:bodyPr>
            <a:normAutofit/>
          </a:bodyPr>
          <a:lstStyle/>
          <a:p>
            <a:r>
              <a:rPr lang="en-US" sz="2400" dirty="0"/>
              <a:t>capacitors have played a vital role in the past as essential components in electrical circuits, enabling energy storage and signal filtering.</a:t>
            </a:r>
          </a:p>
          <a:p>
            <a:r>
              <a:rPr lang="en-US" sz="2400" dirty="0"/>
              <a:t>In the present, they continue to be indispensable in various electronic devices and systems, facilitating energy management and signal processing. </a:t>
            </a:r>
          </a:p>
          <a:p>
            <a:pPr marL="0" indent="0">
              <a:buNone/>
            </a:pPr>
            <a:r>
              <a:rPr lang="en-US" sz="2400" dirty="0"/>
              <a:t>Their past, present, and future contributions underscore their enduring importance in the field of electronics and energy management.</a:t>
            </a:r>
          </a:p>
          <a:p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731BB0-5FAF-21C3-3787-6FBD5B84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311" y="1306286"/>
            <a:ext cx="3925076" cy="41427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57136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E3EC-7B56-FC40-FFF8-9F96C265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6" y="513183"/>
            <a:ext cx="11750287" cy="5505061"/>
          </a:xfrm>
        </p:spPr>
        <p:txBody>
          <a:bodyPr>
            <a:normAutofit/>
          </a:bodyPr>
          <a:lstStyle/>
          <a:p>
            <a:endParaRPr lang="en-IN" sz="8800" dirty="0"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0B04B-C66D-092C-0FE8-AD0F35D28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3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573</TotalTime>
  <Words>771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Arial Rounded MT Bold</vt:lpstr>
      <vt:lpstr>Calibri</vt:lpstr>
      <vt:lpstr>Calibri Light</vt:lpstr>
      <vt:lpstr>Celestial</vt:lpstr>
      <vt:lpstr>CAPACITOR</vt:lpstr>
      <vt:lpstr>introduction</vt:lpstr>
      <vt:lpstr>Capacitance:</vt:lpstr>
      <vt:lpstr>Types of capacitors</vt:lpstr>
      <vt:lpstr>PAST: EARLY CAPACITORS</vt:lpstr>
      <vt:lpstr>PAST: ELECTROLYTIC capacitors</vt:lpstr>
      <vt:lpstr>PRESENT: TYPES OF CAPACITORS</vt:lpstr>
      <vt:lpstr>Present: Capacitor application</vt:lpstr>
      <vt:lpstr>FUTURE- EMERGING TECHNOLOGIES</vt:lpstr>
      <vt:lpstr>FUTURE- CHALLENGES AND SOLUTIONS</vt:lpstr>
      <vt:lpstr>ENVIRONMENTAL IMPACT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CAPACITOR</dc:title>
  <dc:creator>BROKEN BOY</dc:creator>
  <cp:lastModifiedBy>BROKEN BOY</cp:lastModifiedBy>
  <cp:revision>1</cp:revision>
  <dcterms:created xsi:type="dcterms:W3CDTF">2023-10-18T13:15:35Z</dcterms:created>
  <dcterms:modified xsi:type="dcterms:W3CDTF">2023-11-05T13:14:49Z</dcterms:modified>
</cp:coreProperties>
</file>